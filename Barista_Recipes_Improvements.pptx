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Barista Recipes Wearable App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Feature Roadmap &amp; Improvements Summary</a:t>
            </a:r>
          </a:p>
          <a:p>
            <a:r>
              <a:t>HarmonyOS NEXT Production-Ready Upgrade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Transformation from a basic prototype to a feature-rich barista assistant.</a:t>
            </a:r>
          </a:p>
          <a:p>
            <a:r>
              <a:t>• Full implementation of the 18-point improvement plan.</a:t>
            </a:r>
          </a:p>
          <a:p>
            <a:r>
              <a:t>• Optimized for circular wearable displays (Huawei Watch 5).</a:t>
            </a:r>
          </a:p>
          <a:p>
            <a:r>
              <a:t>• Strict ArkTS typing and robust error handling.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Decoupled logic from UI using a centralized service layer.</a:t>
            </a:r>
          </a:p>
          <a:p>
            <a:r>
              <a:t>• RecipeService: Singleton for managing 17 recipes.</a:t>
            </a:r>
          </a:p>
          <a:p>
            <a:r>
              <a:t>• RecipeModel: Typed interfaces for ingredients and steps.</a:t>
            </a:r>
          </a:p>
          <a:p>
            <a:r>
              <a:t>• Persistent Storage: Local Preferences for Favorites and History.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Expanded Recipe Content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Rich brewing guides for coffee and tea lovers.</a:t>
            </a:r>
          </a:p>
          <a:p>
            <a:r>
              <a:t>• 17 Recipes across 5 Categories (Milk, Cold, Dairy-Free, Special, Tea).</a:t>
            </a:r>
          </a:p>
          <a:p>
            <a:r>
              <a:t>• Detailed multi-step instructions (Grind, Pull, Froth, Layer, etc.).</a:t>
            </a:r>
          </a:p>
          <a:p>
            <a:r>
              <a:t>• Specific ingredients and difficulty levels per recipe.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Interactive Experience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Leveraging wearable sensors for a better brew.</a:t>
            </a:r>
          </a:p>
          <a:p>
            <a:r>
              <a:t>• Step Timers: Integrated countdowns for timed preparation steps.</a:t>
            </a:r>
          </a:p>
          <a:p>
            <a:r>
              <a:t>• Haptic Feedback: Vibration patterns for timer completion.</a:t>
            </a:r>
          </a:p>
          <a:p>
            <a:r>
              <a:t>• Accelerometer: Real-time 'Mixing Detection' by shaking device.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Wearable Optimized UI/UX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Circular-first design for readability and ease of use.</a:t>
            </a:r>
          </a:p>
          <a:p>
            <a:r>
              <a:t>• Progress Ring: Visual timer and step completion tracking.</a:t>
            </a:r>
          </a:p>
          <a:p>
            <a:r>
              <a:t>• Theming: Centralized Constants.ets for consistent palette.</a:t>
            </a:r>
          </a:p>
          <a:p>
            <a:r>
              <a:t>• Minimalist Icons: 15+ Custom SVG icons for every recipe.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Navigation &amp; Usability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Seamless movement across the application.</a:t>
            </a:r>
          </a:p>
          <a:p>
            <a:r>
              <a:t>• NavPathStack: Modern navigation architecture.</a:t>
            </a:r>
          </a:p>
          <a:p>
            <a:r>
              <a:t>• BackButton: Re-engineered 40x40 circular button.</a:t>
            </a:r>
          </a:p>
          <a:p>
            <a:r>
              <a:t>• Gestures: Added 'Swipe-right to go back' support.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Personalization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Keeping track of preferences and habits.</a:t>
            </a:r>
          </a:p>
          <a:p>
            <a:r>
              <a:t>• Favorites: Quick access to bookmarked coffee recipes.</a:t>
            </a:r>
          </a:p>
          <a:p>
            <a:r>
              <a:t>• Brew History: Log of the last 20 brewing sessions.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The Barista Recipes app is now production-ready.</a:t>
            </a:r>
          </a:p>
          <a:p>
            <a:r>
              <a:t>• Stable, strictly typed ArkTS codebase.</a:t>
            </a:r>
          </a:p>
          <a:p>
            <a:r>
              <a:t>• Engaging, interactive, and data-driven user experience.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