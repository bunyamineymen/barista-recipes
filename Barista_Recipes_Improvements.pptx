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Barista Recipes - Feature Implementation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Recipe Data Model &amp; Dynamic Service Layer (17 Recipes)</a:t>
            </a:r>
          </a:p>
          <a:p>
            <a:pPr>
              <a:defRPr sz="1400"/>
            </a:pPr>
            <a:r>
              <a:t>• Local Persistence via Preferences (Favorites &amp; History)</a:t>
            </a:r>
          </a:p>
          <a:p>
            <a:pPr>
              <a:defRPr sz="1400"/>
            </a:pPr>
            <a:r>
              <a:t>• Detailed Ingredients &amp; Multi-step Brewing Instructions</a:t>
            </a:r>
          </a:p>
          <a:p>
            <a:pPr>
              <a:defRPr sz="1400"/>
            </a:pPr>
            <a:r>
              <a:t>• Interactive Step Timer with Dynamic Progress Ring</a:t>
            </a:r>
          </a:p>
          <a:p>
            <a:pPr>
              <a:defRPr sz="1400"/>
            </a:pPr>
            <a:r>
              <a:t>• Haptic Feedback (Vibration) for Timers and Transitions</a:t>
            </a:r>
          </a:p>
          <a:p>
            <a:pPr>
              <a:defRPr sz="1400"/>
            </a:pPr>
            <a:r>
              <a:t>• Accelerometer-based 'Mixing Detection' via Shaking</a:t>
            </a:r>
          </a:p>
          <a:p>
            <a:pPr>
              <a:defRPr sz="1400"/>
            </a:pPr>
            <a:r>
              <a:t>• Wearable-Optimized UI (Circular Layout, Large Fonts)</a:t>
            </a:r>
          </a:p>
          <a:p>
            <a:pPr>
              <a:defRPr sz="1400"/>
            </a:pPr>
            <a:r>
              <a:t>• Enhanced Navigation (BackButton, Swipe-right to Back)</a:t>
            </a:r>
          </a:p>
          <a:p>
            <a:pPr>
              <a:defRPr sz="1400"/>
            </a:pPr>
            <a:r>
              <a:t>• Custom Minimalist SVG Icons for all Coffee &amp; Tea types</a:t>
            </a:r>
          </a:p>
          <a:p>
            <a:pPr>
              <a:defRPr sz="1400"/>
            </a:pPr>
            <a:r>
              <a:t>• Favorites Toggling &amp; Brew History Tracker (Last 20)</a:t>
            </a:r>
          </a:p>
          <a:p>
            <a:pPr>
              <a:defRPr sz="1400"/>
            </a:pPr>
            <a:r>
              <a:t>• Difficulty &amp; Brew Time Metadata for every recipe</a:t>
            </a:r>
          </a:p>
          <a:p>
            <a:pPr>
              <a:defRPr sz="1400"/>
            </a:pPr>
            <a:r>
              <a:t>• Centralized Theming (Constants.ets) &amp; Error Handling</a:t>
            </a:r>
          </a:p>
          <a:p>
            <a:pPr>
              <a:defRPr sz="1400"/>
            </a:pPr>
            <a:r>
              <a:t>• Strict ArkTS Strict-Typing &amp; Architecture Compliance</a:t>
            </a:r>
          </a:p>
          <a:p>
            <a:pPr>
              <a:defRPr sz="1400"/>
            </a:pPr>
            <a:r>
              <a:t>• Voice Command Boilerplate for Future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